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365760"/>
            <a:ext cx="3657600" cy="3657600"/>
          </a:xfrm>
          <a:prstGeom prst="ellipse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F3460"/>
            </a:solidFill>
            <a:prstDash val="solid"/>
          </a:ln>
        </p:spPr>
      </p:sp>
      <p:pic>
        <p:nvPicPr>
          <p:cNvPr id="3" name="Image 0" descr="Pyth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"/>
            <a:ext cx="2011680" cy="2011680"/>
          </a:xfrm>
          <a:prstGeom prst="rect">
            <a:avLst/>
          </a:prstGeom>
        </p:spPr>
      </p:pic>
      <p:pic>
        <p:nvPicPr>
          <p:cNvPr id="4" name="Image 1" descr="quo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Collection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457200" y="2103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+ Flask + SQLite + AI Project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457200" y="274320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2743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Flask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920240" y="274320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920240" y="2743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SQLite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83280" y="274320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2743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Groq AI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3291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inspiring quotes from books, people &amp; movies.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every quote in simple words.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Project 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Quotes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quotes from books, movies, or famous people with author, source &amp; category.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2801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2044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locally in a lightweight SQLite file — no server needed.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2801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Explanation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4652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reads any quote and explains its meaning in simple, clear English.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28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Structure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table: quotes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1945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233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9456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(auto)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233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for each quote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quote_text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945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2336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quote content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9456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0233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said/wrote it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19456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02336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movie, or speech name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19456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02336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motivation, wisdom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4389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added_at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19456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02336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Auto-set timestamp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2860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216152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2161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6304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/quotes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508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saved quotes from the database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84248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14884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1488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63040" y="2075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/quotes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63040" y="2441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quote with author, source, category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16936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" y="3081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0815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463040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/quotes/&lt;id&gt;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63040" y="3374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specific quote by its ID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849624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40142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0142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463040" y="39410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/quotes/&lt;id&gt;/explain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63040" y="4306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the quote meaning via Groq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4023360" cy="4663440"/>
          </a:xfrm>
          <a:prstGeom prst="roundRect">
            <a:avLst>
              <a:gd name="adj" fmla="val 3182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3" name="Image 0" descr="AI 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4114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Explain Feature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/quotes/{id}/explain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any quote ID →</a:t>
            </a:r>
            <a:endParaRPr lang="en-US" sz="12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LLaMA 3 model reads it →</a:t>
            </a:r>
            <a:endParaRPr lang="en-US" sz="12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clear, simple explanation</a:t>
            </a:r>
            <a:endParaRPr lang="en-US" sz="12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274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63440" y="86868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05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941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49240" y="1307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18745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011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947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349240" y="2313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framework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88036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175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53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49240" y="3319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63440" y="38862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0233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49240" y="39593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+ LLaMA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349240" y="4325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API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Collection — Built with Python, Flask, SQLite &amp; Groq 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Quote Collection — Python Project</dc:title>
  <dc:subject>PptxGenJS Presentation</dc:subject>
  <dc:creator>PptxGenJS</dc:creator>
  <cp:lastModifiedBy>PptxGenJS</cp:lastModifiedBy>
  <cp:revision>1</cp:revision>
  <dcterms:created xsi:type="dcterms:W3CDTF">2026-06-13T08:43:33Z</dcterms:created>
  <dcterms:modified xsi:type="dcterms:W3CDTF">2026-06-13T08:43:33Z</dcterms:modified>
</cp:coreProperties>
</file>